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6233D"/>
                </a:solidFill>
                <a:latin typeface="Calibri"/>
              </a:rPr>
              <a:t>Macro-F1 vs OCR noise level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 engine</c:v>
                </c:pt>
              </c:strCache>
            </c:strRef>
          </c:tx>
          <c:spPr>
            <a:solidFill>
              <a:srgbClr val="16233D"/>
            </a:solidFill>
            <a:ln w="38100" cap="flat">
              <a:solidFill>
                <a:srgbClr val="16233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6233D"/>
              </a:solidFill>
              <a:ln w="9525" cap="flat">
                <a:solidFill>
                  <a:srgbClr val="1623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light</c:v>
                  </c:pt>
                  <c:pt idx="2">
                    <c:v>moderate</c:v>
                  </c:pt>
                  <c:pt idx="3">
                    <c:v>heavy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</c:v>
                </c:pt>
                <c:pt idx="1">
                  <c:v>0.903</c:v>
                </c:pt>
                <c:pt idx="2">
                  <c:v>0.831</c:v>
                </c:pt>
                <c:pt idx="3">
                  <c:v>0.649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match (incumbent)</c:v>
                </c:pt>
              </c:strCache>
            </c:strRef>
          </c:tx>
          <c:spPr>
            <a:solidFill>
              <a:srgbClr val="B23A48"/>
            </a:solidFill>
            <a:ln w="38100" cap="flat">
              <a:solidFill>
                <a:srgbClr val="B23A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23A48"/>
              </a:solidFill>
              <a:ln w="9525" cap="flat">
                <a:solidFill>
                  <a:srgbClr val="B23A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light</c:v>
                  </c:pt>
                  <c:pt idx="2">
                    <c:v>moderate</c:v>
                  </c:pt>
                  <c:pt idx="3">
                    <c:v>heavy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0.371</c:v>
                </c:pt>
                <c:pt idx="1">
                  <c:v>0.359</c:v>
                </c:pt>
                <c:pt idx="2">
                  <c:v>0.353</c:v>
                </c:pt>
                <c:pt idx="3">
                  <c:v>0.285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Mid-review. Headline: we have a working system and a real empirical result that reframes the project's central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pivot as progress, not retreat. We tested our own idea and found where it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'something that works' slide. Everything listed runs on a laptop CPU in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Tamil is the strongest case: the script genuinely underdetermines the romanisation.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reviewer question 'is Neutral just an abstention threshold?'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methodological maturity: we tried to kill our own idea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0.980 clean. That kills the original framing and points at the real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slide. Two contributions from Review 1 are retired; the surviving claim is sharper and testable.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Showing you caught your own citation error is a credibility gain, not a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your own single point of failure before a reviewer does is the strongest position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demo. Offer to run it live — kyc-nli compare takes about ten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KYC-NLI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Document-Level Natural Language Inference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Identity Verification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1005840" cy="32004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Mid-Review  ·  Stuti Arya  · 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Indian scripts  ·  Working system  ·  First empirical results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29800" y="1965960"/>
            <a:ext cx="416966" cy="416966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29800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351008" y="1965960"/>
            <a:ext cx="416966" cy="416966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51008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0872216" y="1965960"/>
            <a:ext cx="416966" cy="416966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872216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2560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Entailment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since Review 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delivered a proposal. This review delivers a running system and a result that changes what we claim.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— Review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82880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Mid-Review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042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objectives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30428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task schema, in code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7977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12-paper literature review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779776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re-verified; 1 citation corrected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5526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6 contributions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55264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tested against a strong baseline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7307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methodology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307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protocol, frozen and documented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062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20624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7,000-instance benchmark, 5 scripts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8172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46817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system, 40 passing tests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157216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15721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5157216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noise conditions × 2 baselines × 5 languages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built and running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instances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 scripts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clean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distinct scripts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15819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25856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identity records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used, by construction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" y="3118104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schema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063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Premise = multi-zone field observations. Hypothesis = one claim. Label = E / C / 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" y="3630168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575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Transliteration engines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3575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Devanagari, Tamil, Bengali, Perso-Arabic. Each returns a variant SET, not one string.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4142232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noise model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087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Script-aware corruption: matra loss, dot loss, homoglyphs. Four graded levels, not yet calibrated.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" y="4654296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4599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generator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599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Minimal-pair contrast groups. Reproducible from a config plus a seed.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6072" y="5166360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111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baseline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114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tables, MRZ check digits, cross-field temporal rules, tuned fuzzy match.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6072" y="5678424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5623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623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Macro-F1, per-language, per-phenomenon, contrast consistency, risk–coverage.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implemented: the neural NLI model. Deliberately — see slide 7.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scripts, one document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identity documents print the holder's name in English AND a regional script on the same card. The cross-script comparison is therefore in-document, not across two records.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5506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        Script          Normative          Why it is in the 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96596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6596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6596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1965960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— the zone the others are compared against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624328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24328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Devanagari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62432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624328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authority fixes the answer; holders romanise their own name differently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82696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82696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282696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282696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282696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does not mark voicing at all: க is K or G, ப is P or B, equally correct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94106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41064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941064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941064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Inherent vowel nearer /o/; ya-phala shares a letter with /dʒ/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59943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5994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Perso-Arabic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4599432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97680" y="4599432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vowels unwritten: script gives SDYQY, lexicon gives SIDDIQUI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five have no normative romanisation — the regime where a lookup table cannot win even in principle.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Dakshina download (CC BY-SA 4.0) supplies real romanisation pairs for all four non-English languages.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definition everything turns 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is a property of the DOCUMENT, not of the model. If it meant "the model isn't sure", the three-way task would collapse into binary classification plus a confidence threshold — a solved problem, and not a contribution.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384048" cy="38404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ENTAILMENT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evidence, correctly read across scripts and formats, supports the claim.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zone கண்ணன்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"surname is GANNAN"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Tamil க is K or G. Same name.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7992" y="2240280"/>
            <a:ext cx="384048" cy="384048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799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10912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CONTRADICTION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refutes it — directly, or by joint impossibility across fields.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07992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1995 · Expiry 2035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Template: 2020 series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Each field valid. Jointly impossible.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10144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38744" y="2240280"/>
            <a:ext cx="384048" cy="384048"/>
          </a:xfrm>
          <a:prstGeom prst="ellipse">
            <a:avLst/>
          </a:prstGeom>
          <a:solidFill>
            <a:srgbClr val="D99A3C"/>
          </a:solidFill>
          <a:ln w="12700">
            <a:solidFill>
              <a:srgbClr val="D99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3874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41664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LACKS the evidence to decide. Route to a human.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38744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Surname unreadable, conf. 0.05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zone carries it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 contradicted. Undecidable.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everyone gets wrong:  contradiction requires positive evidence AGAINST. Absence of evidence is never contradiction.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code: a test fails the build if any NEUTRAL instance carries a legible observation of the claimed field.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strongest baseline against our own idea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training any model, we built what a reviewer would demand: a deterministic rule engine, given every advantage.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246120"/>
          </a:xfrm>
          <a:prstGeom prst="roundRect">
            <a:avLst>
              <a:gd name="adj" fmla="val 1690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engine gets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Doc 9303 transliteration tables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Per-script romanisation variant sets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 check-digit verification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Date-format normalisation across zones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Cross-field temporal consistency rules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tuned fuzzy-match threshold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abstention band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40680" cy="3246120"/>
          </a:xfrm>
          <a:prstGeom prst="roundRect">
            <a:avLst>
              <a:gd name="adj" fmla="val 1690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comes first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5603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reviewer of this proposal will ask whether the neural approach does anything a rule engine could not.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engine wins, the contribution collapses — and it is far better to find that out in week two from 300 lines of code than in month five from a training run.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baseline is built to WIN, and is never weakened to flatter the method.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was then generated at four OCR-noise levels and both baselines run on every one.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that reframes the project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37160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5361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rule engine, 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noise-free input. No model involved.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3154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589520" y="3630168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35661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headroom on clean input.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589520" y="4288536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4224528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consistency 0.952 — the baseline is not gaming surface similarity.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0" y="4946904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48828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collapses under corruption: 0.980 → 0.649, review load 29% → 56%.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languages × 120 identities, seed 20260906. Reproduce: scripts/run_noise_ablation.ps1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CLAIM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27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strike="sngStrike" dirty="0">
                <a:solidFill>
                  <a:srgbClr val="8A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"Three-way NLI beats exact string matching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i="1" strike="sngStrike" dirty="0">
                <a:solidFill>
                  <a:srgbClr val="8A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identity verification."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engine already does that. 0.980.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35040" y="1207008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2C3E63"/>
          </a:solidFill>
          <a:ln w="19050">
            <a:solidFill>
              <a:srgbClr val="E087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OCR corruption, a learned entailment model recovers decisions a transliteration-aware rule engine must abstain on — reducing human review load at equal or better error rate.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54787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313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or falls on the risk–coverage curve. We can state now what result would kill it.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0760" y="354787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baseline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8313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 to beat is already built, already published in the repo, and hard.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478231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754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 by prior work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506577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prediction under input corruption is not what the ID-verification literature does.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0760" y="478231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754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meaningful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506577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load is what a KYC team actually pays for.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re-verified against primary sources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citation in the Review 1 deck was checked against the published source. Eleven hold. One does not.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FBEEF0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Correction — FakeIDet2 (Paper 1 of 12)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3172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                   Deck says                    Source says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560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trike="sngStrike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5603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— Information Fusion, Elsevier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8437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Composite-attack EER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8437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trike="sngStrike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1.69% vs 54.25%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8437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2.09% vs 54.08%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1272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Cross-DB EER, DLC-2021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31272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trike="sngStrike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9.56%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31272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8.90%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4107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Cross-DB EER, KID34K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34107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trike="sngStrike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14.47%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34107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13.84%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36941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GAN-generated fakes EER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6941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trike="sngStrike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37.51%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6941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39.41%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against the published record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6072" y="4672584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2026 Industry Track — Indian KYC, Dream11, 250M users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6072" y="5038344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4983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CDCL-NLI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983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EMNLP 2025 main, 2025.emnlp-main.1611 — 25,410 instances, 26 languages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6072" y="5404104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5349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Entailed Between the Lines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349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2025 (63rd), 2025.acl-long.1552 — author list exact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6072" y="5769864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5715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MultiOCR-QA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5715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CIKM '25, 10.1145/3746252.3761295 — 50K pairs, not 50–60K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SGER is Indian KYC name matching — the closest prior work, and now the same domain as ours. Its stated limits (binary labels, no neutral class, names only) are exactly what this project extends.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and the single point of failure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path runs through one task. Everything downstream is conditional on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65376"/>
            <a:ext cx="292608" cy="29260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865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Schema, generator, baselines, evaluation harness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292608" cy="292608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311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OCR noise model against a real engine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311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670048"/>
            <a:ext cx="292608" cy="292608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2670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 data — Dakshina, all four languages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6334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3072384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30358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cross-encoder (Colab / Kaggle GPU)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74720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4381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Selective-prediction analysis, risk–coverage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3877056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Human-labelled validation subset, agreement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279392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4279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242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Ablations and error analysis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4681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6451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Write-up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35240" y="1828800"/>
            <a:ext cx="3977640" cy="3200400"/>
          </a:xfrm>
          <a:prstGeom prst="roundRect">
            <a:avLst>
              <a:gd name="adj" fmla="val 1714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90956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 is the risk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909560" y="245059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OCR noise model is hand-built from documented per-script failure modes — matra loss, Perso-Arabic dot loss, homoglyphs. It has NOT been calibrated against a real OCR engine.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of the finding is robust: it follows from the rule engine's brittleness to unparsable strings.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magnitude is not yet trustworthy. Calibration against Tesseract on MIDV-2020 comes before any model is trained.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if M1 proves expensive: the calibration itself — a per-script OCR error characterisation for Indian identity documents — is a publishable contribution on its own.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runs. Now.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00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required. Clean checkout to results in under a minute.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1600200"/>
          </a:xfrm>
          <a:prstGeom prst="roundRect">
            <a:avLst>
              <a:gd name="adj" fmla="val 3429"/>
            </a:avLst>
          </a:prstGeom>
          <a:solidFill>
            <a:srgbClr val="0D1729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37744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languages          # the five scripts and why each is in the set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generate           # build the 7,000-instance benchmark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compare            # score every baseline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inspect --language ta   # read real instances before trusting a number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4096512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defend today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40233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system, a 7,000-instance benchmark across five Indian scripts, a strong baseline, and a reproducible protocol.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754880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681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46817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framing does not survive contact with a good baseline. The revised one is sharper and falsifiable.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5413248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5340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534009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noise model, swap in Dakshina, then train.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241280" y="987552"/>
            <a:ext cx="351130" cy="35113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41280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80192" y="987552"/>
            <a:ext cx="351130" cy="351130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80192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119104" y="987552"/>
            <a:ext cx="351130" cy="35113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119104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KYC-NLI Mid-Review</dc:title>
  <dc:subject>PptxGenJS Presentation</dc:subject>
  <dc:creator>Stuti Arya</dc:creator>
  <cp:lastModifiedBy>Stuti Arya</cp:lastModifiedBy>
  <cp:revision>1</cp:revision>
  <dcterms:created xsi:type="dcterms:W3CDTF">2026-09-06T06:53:16Z</dcterms:created>
  <dcterms:modified xsi:type="dcterms:W3CDTF">2026-09-06T06:53:16Z</dcterms:modified>
</cp:coreProperties>
</file>