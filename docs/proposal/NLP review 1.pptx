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7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EA9C-216D-2C4C-AFFC-42C6DC61B775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43289-D702-D94B-9628-123D8CF20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DBE3F-A146-46D7-8172-95EC0BC0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745B8-27D4-BA66-4A42-3313517A2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3E994-5FE5-B710-ECC3-8966614A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276EC-F40E-BDBD-C4B8-552AC1144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DF7F-645F-486D-B9DB-91711297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DC82E-3E7B-9023-F5C6-B49DB67AA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34F6F-3D8C-38FD-9841-9CD3B2D79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8279F-2256-28E6-6ED0-FC91FA5EE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15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082F55-D6A4-7CC2-126C-B5A3D968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34714"/>
            <a:ext cx="12235070" cy="7026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11CC6-6ADC-372F-832C-5110623E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483DE25-FD39-ED4D-E589-CCDA24CAD8AB}"/>
              </a:ext>
            </a:extLst>
          </p:cNvPr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5" name="Body Paragraph">
            <a:extLst>
              <a:ext uri="{FF2B5EF4-FFF2-40B4-BE49-F238E27FC236}">
                <a16:creationId xmlns:a16="http://schemas.microsoft.com/office/drawing/2014/main" id="{E76B71A8-B1E3-424C-2FA5-45B923DF8F3B}"/>
              </a:ext>
            </a:extLst>
          </p:cNvPr>
          <p:cNvSpPr/>
          <p:nvPr/>
        </p:nvSpPr>
        <p:spPr>
          <a:xfrm>
            <a:off x="502920" y="1234440"/>
            <a:ext cx="107899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12BB6-DAB9-6094-1D46-7D2D611C2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933" y="0"/>
            <a:ext cx="12258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3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31067-CDC4-BF75-C303-5C3855C1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1B4CD00-BC87-621D-5B48-EAA2696B8EC9}"/>
              </a:ext>
            </a:extLst>
          </p:cNvPr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5" name="Body Paragraph">
            <a:extLst>
              <a:ext uri="{FF2B5EF4-FFF2-40B4-BE49-F238E27FC236}">
                <a16:creationId xmlns:a16="http://schemas.microsoft.com/office/drawing/2014/main" id="{83E452CD-5C74-6771-0335-3BF55B373A4F}"/>
              </a:ext>
            </a:extLst>
          </p:cNvPr>
          <p:cNvSpPr/>
          <p:nvPr/>
        </p:nvSpPr>
        <p:spPr>
          <a:xfrm>
            <a:off x="502920" y="1234440"/>
            <a:ext cx="107899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E6723-50C1-395D-43ED-FFBFC5A3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7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FakeIDet2: Privacy-Aware Detection of Fake Identity Documents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178851"/>
              </p:ext>
            </p:extLst>
          </p:nvPr>
        </p:nvGraphicFramePr>
        <p:xfrm>
          <a:off x="457200" y="1170432"/>
          <a:ext cx="11247120" cy="475353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FakeIDet2: Privacy-Aware Detection of Fake Identity Documents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J. Muñoz-Haro, R. Tolosana, J. Fierrez, R. Vera-Rodriguez, A. Morales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2026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Fusion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Remote KYC systems face AI-generated/physical fake IDs (print, screen, composite). Real official ID data is too sensitive to share for training detectors, so labs use unofficial “real” IDs that don’t reflect official documents (99.06% vs 71.91% F1 gap, DeepID challenge).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Patch-based, privacy-aware pipeline: (1) split ID into 64×64 / 128×128 patches at 3 anonymization levels; (2) fine-tuned DINOv2 (ViT-S/14) + AdaFace loss with dynamic class weights; (3) Multi-Head Self-Attention + attention pooling fuses patch embeddings → MLP real/fake classifier.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FakeIDet2-db (proposed; 922,057 patches, 2,000 official Spanish IDs, 47 subjects); cross-DB: DLC-2021, KID34K, Benalcazar et al. synthetic Chilean IDs.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EER: 1.69% vs 54.25% (baseline) on composite attacks • 9.56% (DLC-2021), 14.47% (KID34K) cross-DB • 37.51% on GAN-generated fakes • 4.05%→16.54% as anonymization increases.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Privacy-preserving via patching • strong composite-attack detection • good cross-DB generalization.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Accuracy drops sharply with anonymization • poor GAN-generated-forgery generalization • sensor-sensitive • Spanish-ID-centric.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Image-only — no text/semantic cross-validation layer at all.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point toward synthetic/GAN detection improvement and broader sensor generalization.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Identity Documents Classification in Online Systems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8344"/>
              </p:ext>
            </p:extLst>
          </p:nvPr>
        </p:nvGraphicFramePr>
        <p:xfrm>
          <a:off x="457200" y="1170432"/>
          <a:ext cx="11247120" cy="451231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Optimizing Identity Documents Classification in Online Systems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J. Voerman, M. Al-Ghadi, M. Coustaty, et al.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IJDAR (Springer)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Online KYC needs fast document-type classification as a pre-processing step, but ID confidentiality prevents building large labeled training datasets, ruling out standard deep learning.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Comparative evaluation: CNNs (NasNet, EfficientNet) as accuracy benchmark vs. Prototypical Networks (few-shot, 1–5 samples) vs. Reduced Descriptor Matchers (SIFT/ORB/DISK/ALIKED + FLANN/LightGlue), single template per class.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RVL-CDIP (400K docs, non-ID distractor class) • MIDV2020 (1,000 mock IDs, 10 classes) • IML3-ID (748 clips, 17 real French IDs, private).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ProtoNet accuracy: 96.42% (single-country) → 56.52% (all-docs) • ProtoNet(5-shot) &amp; ORB+FLANN: 0.07s/doc • LightGlue combos: up to 17s/doc.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Few-shot methods viable under real sample scarcity • fast inference options exist • untrained-class rejection tested.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Few-shot accuracy degrades sharply as class count grows • LightGlue scales poorly • CNNs need unrealistic training volumes for confidential data.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single method dominates across scenarios • no semantic/text-field validation of any kind.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Hybrid few-shot + retrieval-augmented approaches to handle scale (implied direction).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NER Algorithm for Financial Document Verification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48982"/>
              </p:ext>
            </p:extLst>
          </p:nvPr>
        </p:nvGraphicFramePr>
        <p:xfrm>
          <a:off x="457200" y="1170432"/>
          <a:ext cx="11247120" cy="475353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5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Enhanced NER Algorithm for Financial Document Verification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Toprak, Turan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Journal of Supercomputing (Springer)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Verifying that financial summary reports faithfully match 100–150 page original documents is manual, slow, and error-prone (e.g. $5,000,000 mis-transcribed as $500,000).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Pipeline: TextBlob spell-check (both docs) → fine-tuned BERT-base-cased NER (8 entity types) → regex rules for entity types the model wasn’t trained on (currency, location, email, %) → verification score = matching entities / total summary entities.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Kaggle BBC News Summary dataset (business/entertainment/politics/sports/financial, 10 originals + 1 summary/category) • Kaggle NER dataset (47,959 sentences, 8 types) for BERT training.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88.80% verification accuracy on financial docs (81.80% without regex rules) • Azure Cognitive Service baseline: 89.81% • ~2.4s average processing time.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Fast (~2.4s/doc) • regex rules meaningfully boost accuracy • simple to adapt to new 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semantic verification — fails under abbreviation/format variance (“USA” vs “United States”) • small eval set (10 docs/category) • not tested on real banking documents.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Pure string/entity matching — no semantic equivalence handling; this IS the literalism problem.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explicitly flag testing on real banking/production documents as future work.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LLM-Based Validation of Statements in Knowledge Graphs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56232"/>
              </p:ext>
            </p:extLst>
          </p:nvPr>
        </p:nvGraphicFramePr>
        <p:xfrm>
          <a:off x="457200" y="1170432"/>
          <a:ext cx="11247120" cy="438889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Traceable LLM-Based Validation of Statements in Knowledge Graphs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Adam, Kliegr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2024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arXiv / KG venue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LLMs can’t reliably trace which source information they used (50–90% of outputs unsupported by cited sources); millions of Wikidata statements lack citations or verification.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Zero-shot LLM (Llama 3 70B / GPT-4) verification: given an RDF triple + a single retrieved text snippet, LLM answers a 3-way prompt (direct proof / partial indication / cannot be inferred). SPARQL identifies unsourced Wikidata statements at scale.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BioRED-Verify (proposed; 3,438 statements: 1,719 positive + 1,719 negative via corrupted-triple generation) • Wikidata + linked Wikipedia articles for demonstrative use cases.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88% precision, 44% recall • F1 comparable to PubMedBERT (59.0% vs 58.9%) • precision range 76–100%, recall range 10–84% across relation types.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Traceable, human-readable justifications • zero-shot, no fine-tuning needed • scalable via automated SPARQL identification.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Low recall (44%) — single-snippet limits evidence • highly variable by entity/relation type • no PDF/non-HTML handling • not tested on noisy/OCR text.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Single-snippet verification caps recall; no multi-source evidence aggregation.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Multi-source evidence aggregation to recover recall is the natural, unaddressed next step.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Structure-Guided Entity Resolution (SGER)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22048"/>
              </p:ext>
            </p:extLst>
          </p:nvPr>
        </p:nvGraphicFramePr>
        <p:xfrm>
          <a:off x="457200" y="1170431"/>
          <a:ext cx="11247120" cy="441133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7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Structure-Guided Entity Resolution (SGER)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Chourasia, H. Kapoor, N. Patil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2026 (accepted)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ACL (Proceedings, 64th Annual Meeting)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Matching person names across heterogeneous KYC records in linguistically/culturally complex environments (Indian identity data) is hard — LLMs struggle with structured naming ambiguity.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Two-phase curriculum fine-tuning of an LLM (Llama 3 8B): Phase 1 — parse grammatical/semantic name structure into JSON; Phase 2 — optimize for downstream binary entity-match classification. Deployed via vLLM in production.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Proprietary, anonymized Indian KYC production records (Dream11); held-out test set of 50,000 real-world name pairs.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99.02% accuracy, F1 = 0.994 — outperforms GPT-4o few-shot prompting and single-stage fine-tuning baselines.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Production-deployed at massive scale (250M+ users) • curriculum learning handles compound distortions (OCR + reordering + missing whitespace) well.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Binary label space only — no “insufficient evidence” judgment • personal names only, not general fields • proprietary, non-reproducible training data • no public benchmark.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Cannot represent multi-field joint contradictions (e.g. date × template-era) or a neutral judgment, by construction.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explicitly flag extending to multimodal identity-document processing to resolve OCR noise at its image origin.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170" y="26100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2170" y="57189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Cross-Document Cross-Lingual NLI (CDCL-NLI)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39442"/>
              </p:ext>
            </p:extLst>
          </p:nvPr>
        </p:nvGraphicFramePr>
        <p:xfrm>
          <a:off x="462170" y="1175401"/>
          <a:ext cx="11247120" cy="445124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Cross-Document Cross-Lingual NLI (CDCL-NLI)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M. Yuan, W. Wang, Z. Wang, Y. Huang, K. Wei, F. Li, C. Teng, D. Ji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EMNLP (Proceedings)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Cross-lingual NLI transfer is documented to degrade under language shift, but cross-document, multilingual entailment reasoning remains largely unexplored relative to sentence/document-level NLI.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Rhetorical Structure Theory (RST) + Relation-aware Graph Attention Network (RGAT) fuses evidence across multiple, multilingual premise documents against one hypothesis; lexical-chain-based cross-lingual alignment; EDU-level extractive interpretability.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CDCL-NLI (proposed) — 25,410 instances spanning 26 languages, multi-document premises.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Reports substantial performance gaps for strong document-level NLI baselines and LLMs under cross-lingual test conditions vs. same-language conditions (exact figures not confirmed from abstract-level source).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Jointly reasons across multiple multilingual documents • EDU-level interpretability • large, diverse released dataset.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Requires multiple premise documents by construction • targets translation-style shift, not transliteration (script-level) equivalence • compute-heavy graph-fusion pipeline.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Not applicable to single-document, multi-zone field-pair consistency checks; no OCR-noise dimension.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Extension toward single-document, script-level (not just language-level) entailment is an open direction.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6330" y="658865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Entailed Between the Lines: Incorporating Implication into NLI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057969"/>
              </p:ext>
            </p:extLst>
          </p:nvPr>
        </p:nvGraphicFramePr>
        <p:xfrm>
          <a:off x="457200" y="1170432"/>
          <a:ext cx="11247120" cy="466938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Entailed Between the Lines: Incorporating Implication into NLI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Havaldar, H. Alvari, J. Palowitch, M. J. Hosseini, S. Buthpitiya, A. Fabrikant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ACL (Proceedings, Vol. 1, pp. 32274–32290)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State-of-the-art NLI models and datasets struggle to recognize entailment that is implied rather than explicitly stated in the text.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2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Formalizes implied entailment as a 4-way extension of standard 3-way NLI (explicit / implicit / neutral / contradictory); introduces the Implied NLI (INLI) dataset; fine-tunes LLMs (e.g. T5-XXL) to recognize and distinguish implied vs. explicit entailment.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INLI (proposed) — 10K premises mirroring real-world communication, 40K hypotheses (implied / explicit / neutral / contradictory), built from existing implicature-frame datasets.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Demonstrates a clear performance gap between explicit- and implicit-entailment recognition in SOTA models; fine-tuning on INLI improves and generalizes across datasets/domains.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Generalizes across datasets/domains once fine-tuned • identifies a real, previously under-measured NLI blind spot.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General-domain, sentence-level focus — not structured/field-level • no temporal/numerical or OCR-noise treatment.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Implied entailment in short, low-context structured fields (e.g. identity-document fields) is unstudied.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Domain-specific extensions of implied entailment to structured/professional text are an open direction.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Robustness of LLMs in QA on Multilingual Noisy OCR Data (MultiOCR-QA)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35599"/>
              </p:ext>
            </p:extLst>
          </p:nvPr>
        </p:nvGraphicFramePr>
        <p:xfrm>
          <a:off x="457200" y="1170432"/>
          <a:ext cx="11247120" cy="466938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Evaluating Robustness of LLMs in QA on Multilingual Noisy OCR Data (MultiOCR-QA)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B. Piryani, J. Mozafari, A. Abdallah, A. Doucet, A. Jatowt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CIKM (34th ACM International Conference)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impact of OCR noise on downstream LLM reasoning tasks, under multilingual conditions, is under-evaluated relative to OCR's impact on extraction alone.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2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Zero-shot evaluation of state-of-the-art general-purpose LLMs on paired RawOCR vs. CorrectedOCR passages for question answering, isolating the performance delta attributable purely to OCR-induced errors.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MultiOCR-QA (proposed) — 50K–60K QA pairs across English/French/German, curated from OCR’d historical documents with graded noise levels.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Reports LLMs are highly prone to OCR-induced errors and perform poorly on noisy OCR text relative to corrected.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Controlled paired-context design isolates the pure OCR-noise effect • multilingual (3 languages) • graded noise levels.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QA-task framing only, not entailment/verification • historical-document OCR noise profile may not match modern ID-scan OCR • no mitigation method proposed — diagnostic only.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equivalent OCR-noise robustness study exists for entailment or field-verification tasks specifically.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Extending OCR-robustness evaluation methodology to reasoning/verification tasks beyond QA.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and Data Quality for Knowledge Graphs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12450"/>
              </p:ext>
            </p:extLst>
          </p:nvPr>
        </p:nvGraphicFramePr>
        <p:xfrm>
          <a:off x="457200" y="1170432"/>
          <a:ext cx="11247120" cy="454597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Large Language Models and Data Quality for Knowledge Graphs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Marchesin, G. Silvello, O. Alonso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Processing &amp; Management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growing use of LLMs across knowledge-graph data-quality tasks (verification, cleaning, completion) lacks a systematic, cross-study synthesis.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Survey / position analysis: systematically categorizes LLM roles across KG data-quality pipelines and compares reported performance and failure patterns across studies.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Synthesis across multiple published KG/LLM benchmark datasets (secondary/meta-analysis; no single proposed dataset).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Cross-study comparative summary; no single new empirical figure (survey format).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Systematic categorization of LLM roles in KG quality • cross-study comparison surfaces recurring failure patterns.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new empirical benchmark of its own • reliability bounded by the heterogeneous studies it surveys • limited treatment of noisy/OCR-derived text specifically.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benchmark exists specifically for noisy/OCR-derived text feeding into KG-relevant verification tasks.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Primary empirical benchmark work bridging LLM+KG data quality with noisy real-world input is an open need.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Validation by Integrating LLMs and Human-in-the-Loop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976141"/>
              </p:ext>
            </p:extLst>
          </p:nvPr>
        </p:nvGraphicFramePr>
        <p:xfrm>
          <a:off x="457200" y="1170432"/>
          <a:ext cx="11247120" cy="49194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Knowledge Graph Validation by Integrating LLMs and Human-in-the-Loop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Tsaneva, D. Dessì, F. Osborne, M. Sabou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Processing &amp; Management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Fully automated LLM-based KG triple validation risks unreliable judgments; fully manual validation doesn’t scale — the field needs a balance.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LLM-based triple-validation pipeline combined with a structured human-in-the-loop review step: LLM proposes validity judgments; human reviewers verify/correct a sampled subset to close the reliability loop.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Scholarly/domain knowledge-graph triples (exact corpus per publisher record; full composition behind paywall).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Combines automation with human oversight to raise overall validation reliability.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Human-in-the-loop step caps full automation and throughput • reliability depends on reviewer expertise and sampling coverage • not evaluated on noisy/OCR-derived or identity-document input.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field-level, document-structured validation approach; no OCR-noise handling.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Scaling human-in-loop efficiency and extending validation to structured document fields.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Advances in Machine Transliteration Methods, Limitations, Challenges, Applications and Future Directions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60221"/>
              </p:ext>
            </p:extLst>
          </p:nvPr>
        </p:nvGraphicFramePr>
        <p:xfrm>
          <a:off x="457200" y="1170431"/>
          <a:ext cx="11247120" cy="433840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4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Advances in Machine Transliteration Methods, Limitations, Challenges, Applications and Future Directions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A. Syauqi, A. P. Wibawa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Natural Language Processing Journal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Transliteration research (rule-based, statistical, ML/neural, hybrid) is fragmented across the literature without a unified, systematic synthesis.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PRISMA-based systematic literature review of 73 studies retrieved via Scopus, categorized by transliteration technique family and downstream NLP application area.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73 selected studies (secondary/meta-analysis; no primary dataset of its own).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Not applicable — survey format, no new empirical results.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Comprehensive categorization across technique families and application 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new transliteration model or benchmark proposed • ML-based methods noted as constrained by data scarcity for low-resource language pairs.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coverage of identity-document-specific transliteration matching (e.g. MRZ ↔ VIZ script pairs).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call for more work on low-resource-language transliteration and hybrid semantic-knowledge methods.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 Presentation Attack Detection for ID Cards on Remote Verification Systems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572272"/>
              </p:ext>
            </p:extLst>
          </p:nvPr>
        </p:nvGraphicFramePr>
        <p:xfrm>
          <a:off x="457200" y="1170432"/>
          <a:ext cx="11247120" cy="437207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Forged Presentation Attack Detection for ID Cards on Remote Verification Systems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González, J. E. Tapia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Pattern Recognition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Remote identity-verification systems are vulnerable to forged presentation attacks (manipulated ID card images) submitted during the remote capture flow.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CNN-based presentation-attack detector using a modality-decoupled architecture — separate detection branches per attack type — trained on captured vs. presentation-attack ID card images.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Private Chilean ID card image database (third-party; not publicly released due to privacy constraints).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Modality-decoupling improves per-attack-type detection granularity.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Private, single-country, non-public dataset limits reproducibility and cross-country generalization claims • vision-only, no textual/semantic layer.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semantic/text-field cross-validation of any kind.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Cross-country dataset expansion and multimodal (text) extension are natural next steps.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581039"/>
              </p:ext>
            </p:extLst>
          </p:nvPr>
        </p:nvGraphicFramePr>
        <p:xfrm>
          <a:off x="320040" y="875131"/>
          <a:ext cx="11314718" cy="5708542"/>
        </p:xfrm>
        <a:graphic>
          <a:graphicData uri="http://schemas.openxmlformats.org/drawingml/2006/table">
            <a:tbl>
              <a:tblPr/>
              <a:tblGrid>
                <a:gridCol w="1289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6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64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Research Gap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How My Idea Improves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FakeIDet2 (2026)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 ID detection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DINOv2+AdaFace, patch fusion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FakeIDet2-db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Privacy-preserving, strong on composites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Image-only, poor on GAN fakes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semantic/text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adds field-level semantic check on top of any vision signal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Voerman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ID doc classification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CNN vs ProtoNet vs RDM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MIDV2020, RVL-CDIP, IML3-ID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Few-shot viable under scarcity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Degrades with class count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text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Orthogonal — feeds a document-type prior into the pipeline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Toprak &amp; Turan (2023)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Summary-vs-source verification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BERT NER + regex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Kaggle BBC + NER set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Fast, simple to adapt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Fails on format/abbrev. variance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Literal matching, not semantic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replaces string equality with entailment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Adam &amp; Kliegr (2024)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KG statement verification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Zero-shot LLM, 3-way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BioRED-Verify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Traceable, zero-shot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Low recall, single snippet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multi-source aggregation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Multi-zone field NLI aggregates evidence across the whole document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SGER (2026)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KYC name matching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2-phase curriculum FT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Dream11 KYC (50K pairs)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Production-proven at scale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Binary, name-only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neutral class, no multi-field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3-way, multi-field NLI generalizes SGER's task formulation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CDCL-NLI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Cross-doc, cross-lingual NLI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RST + RGAT graph fusion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CDCL-NLI (25,410 inst.)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Multi-doc, multilingual, interpretable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Needs multiple premise docs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Translation, not transliteration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Adapts 3-way entailment to single-doc, script-level equivalence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Entailed Between the Lines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Implied entailment in NLI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4-way NLI + INLI dataset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INLI (10K/40K)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Generalizes across domains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General-domain only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structured/field-level study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Motivates handling implicit equivalence in identity fields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MultiOCR-QA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OCR-noise robustness in QA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Zero-shot LLM, paired eval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MultiOCR-QA (50–60K)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Controlled, multilingual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QA only, no mitigation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entailment/verification task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Motivates explicit OCR-noise eval for the NLI mechanism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Marchesin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LLM role in KG data quality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Survey / categorization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Meta-analysis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Cross-study synthesis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new benchmark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noisy-text treatment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Positions NLI as an underused KG-quality mechanism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Tsaneva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KG triple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LLM + human-in-the-loop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Scholarly KG triples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Reliability via human oversight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Caps automation/throughput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document-field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removes need for per-triple human review at field level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Syauqi &amp; Wibawa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Transliteration landscape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PRISMA review, 73 studies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73 studies (meta)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Comprehensive categorization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new model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ID-document coverage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Fills the identity-document transliteration gap directly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Gonzalez &amp; Tapia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ID card presentation attacks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CNN, modality-decoupled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Private Chilean DB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Per-attack-type detection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Private, single-country data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semantic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adds a reproducible, text-based verification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dirty="0">
                <a:solidFill>
                  <a:schemeClr val="bg1"/>
                </a:solidFill>
              </a:rPr>
              <a:t>Research Gap Analysis &amp; Proposed Research Contributions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2638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2893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07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Research Gaps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Vision-centric verification:</a:t>
            </a:r>
            <a:r>
              <a:rPr lang="en-IN" sz="1200" dirty="0">
                <a:solidFill>
                  <a:schemeClr val="bg1"/>
                </a:solidFill>
              </a:rPr>
              <a:t> Most existing methods focus primarily on document image classification or forgery detection, while providing limited semantic validation of relationships between extracted document fields.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Dependence on exact text matching:</a:t>
            </a:r>
            <a:r>
              <a:rPr lang="en-IN" sz="1200" dirty="0">
                <a:solidFill>
                  <a:schemeClr val="bg1"/>
                </a:solidFill>
              </a:rPr>
              <a:t> Conventional verification pipelines rely on OCR outputs and literal string comparison, making them vulnerable to multilingual documents, formatting variations, and legitimate transliterations.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Limited cross-field reasoning:</a:t>
            </a:r>
            <a:r>
              <a:rPr lang="en-IN" sz="1200" dirty="0">
                <a:solidFill>
                  <a:schemeClr val="bg1"/>
                </a:solidFill>
              </a:rPr>
              <a:t> Current approaches generally validate fields independently and do not model logical dependencies between identity attributes such as names, dates, document versions, and security features.</a:t>
            </a:r>
          </a:p>
          <a:p>
            <a:pPr lvl="0"/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Insufficient multilingual and transliteration support:</a:t>
            </a:r>
            <a:r>
              <a:rPr lang="en-IN" sz="1200" dirty="0">
                <a:solidFill>
                  <a:schemeClr val="bg1"/>
                </a:solidFill>
              </a:rPr>
              <a:t> Existing methods rarely address cross-script identity verification where equivalent names are represented in different writing systems or transliteration standards.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Sensitivity to OCR noise:</a:t>
            </a:r>
            <a:r>
              <a:rPr lang="en-IN" sz="1200" dirty="0">
                <a:solidFill>
                  <a:schemeClr val="bg1"/>
                </a:solidFill>
              </a:rPr>
              <a:t> OCR extraction errors propagate through downstream verification modules, reducing matching accuracy and increasing both false positives and false negatives.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Lack of standardized semantic benchmarks:</a:t>
            </a:r>
            <a:r>
              <a:rPr lang="en-IN" sz="1200" dirty="0">
                <a:solidFill>
                  <a:schemeClr val="bg1"/>
                </a:solidFill>
              </a:rPr>
              <a:t> There is no widely adopted benchmark for evaluating semantic consistency, logical reasoning, and multilingual identity verification at the document level. </a:t>
            </a:r>
          </a:p>
        </p:txBody>
      </p:sp>
      <p:sp>
        <p:nvSpPr>
          <p:cNvPr id="8" name="Shape 5"/>
          <p:cNvSpPr/>
          <p:nvPr/>
        </p:nvSpPr>
        <p:spPr>
          <a:xfrm>
            <a:off x="6172200" y="96012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4652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2893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207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Proposed Idea Is Better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46520" y="169164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Reformulates identity verification as a three-way Document-Level Natural Language Inference (NLI) task</a:t>
            </a:r>
            <a:r>
              <a:rPr lang="en-IN" sz="1200" dirty="0"/>
              <a:t>, enabling semantic reasoning through </a:t>
            </a:r>
            <a:r>
              <a:rPr lang="en-IN" sz="1200" b="1" dirty="0"/>
              <a:t>Entailment, Contradiction, and Neutral</a:t>
            </a:r>
            <a:r>
              <a:rPr lang="en-IN" sz="1200" dirty="0"/>
              <a:t> decisions rather than binary matching.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Integrates semantic field verification with multilingual transliteration handling</a:t>
            </a:r>
            <a:r>
              <a:rPr lang="en-IN" sz="1200" dirty="0"/>
              <a:t>, allowing equivalent identities across different scripts and regional formats to be correctly recognized.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Introduces cross-field logical reasoning</a:t>
            </a:r>
            <a:r>
              <a:rPr lang="en-IN" sz="1200" dirty="0"/>
              <a:t>, enabling verification of temporal, numerical, and contextual consistency between related document attributes instead of validating each field independently.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Improves robustness against OCR-induced errors</a:t>
            </a:r>
            <a:r>
              <a:rPr lang="en-IN" sz="1200" dirty="0"/>
              <a:t> through semantic inference, reducing the cascading impact of imperfect text extraction on downstream verification.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Develops a dedicated KYC-NLI benchmark</a:t>
            </a:r>
            <a:r>
              <a:rPr lang="en-IN" sz="1200" dirty="0"/>
              <a:t> containing realistic multilingual identity verification scenarios, minimal-pair contrast sets, and semantic consistency labels for comprehensive model evaluation.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Provides explainable verification decisions</a:t>
            </a:r>
            <a:r>
              <a:rPr lang="en-IN" sz="1200" dirty="0"/>
              <a:t> by identifying supporting and conflicting document fields, increasing transparency, auditability, and suitability for regulatory KYC/AML compliance. </a:t>
            </a:r>
          </a:p>
        </p:txBody>
      </p:sp>
      <p:sp>
        <p:nvSpPr>
          <p:cNvPr id="13" name="Text 9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3848</Words>
  <Application>Microsoft Office PowerPoint</Application>
  <PresentationFormat>Widescreen</PresentationFormat>
  <Paragraphs>494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Harshita Bogineni</cp:lastModifiedBy>
  <cp:revision>3</cp:revision>
  <dcterms:created xsi:type="dcterms:W3CDTF">2026-08-03T04:07:55Z</dcterms:created>
  <dcterms:modified xsi:type="dcterms:W3CDTF">2026-08-03T06:35:21Z</dcterms:modified>
</cp:coreProperties>
</file>